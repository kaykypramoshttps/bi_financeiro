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BDCA"/>
    <a:srgbClr val="3C54C0"/>
    <a:srgbClr val="FAFBFC"/>
    <a:srgbClr val="FBFCFD"/>
    <a:srgbClr val="FCFBFC"/>
    <a:srgbClr val="5472EA"/>
    <a:srgbClr val="1B2F88"/>
    <a:srgbClr val="273EB0"/>
    <a:srgbClr val="4F52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381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1171CC-F94E-4FDC-AD42-406E9E593DE9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16F255-EA84-4995-A61C-2BAC5E1484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0265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6F255-EA84-4995-A61C-2BAC5E1484A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5737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2BC11-638D-8373-7A93-CBBBAD8FD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07714B-2A3A-38A3-3EE3-9F2B1A78B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617334-A0BC-6EE4-AFC7-622333706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1BB7B9-68A2-EB3A-857C-CF34ED1D4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8D1887-6B9C-720B-12A8-42EC7613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9859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36A4A-5BA1-B11C-C8CF-B87FBB857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C5EB58-F4D5-3D33-7074-907033593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BE92ED-C5E0-84EF-FDA2-C57A2A36F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3DE8A4-F1BC-970C-43DF-B0FA40085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36A8C5-DD5C-5B21-90AF-2BDAD6D9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025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36B90-9090-5CFB-A63F-E02B7284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4A9CC7-2969-ED94-3983-62937C7C7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5892E9-9EDA-FECA-8966-080186DD0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74EDF2-41D6-BB86-D188-0A7F983CD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3E6BE9-FF99-3345-66AC-50649D02A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637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D182F-F909-0A88-0EA4-9BA4D9D8A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80E833-4729-9CA0-6AF9-59975E8907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142E5D-8533-7160-375C-1F0DC6CF7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FC4936-2339-B2D9-992D-EE95CFBC8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8CE816-FA15-D60F-2D4D-6D9DCCFC3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5B88FE-2639-3EC5-3253-880052E21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5090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CB40E-C61D-9DC3-8A1B-F3574A301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8BC716-198C-AF8E-D284-C91810F7A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FBE21EF-449D-8748-4EDD-B5D037408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AA202AE-D788-738D-E675-186F7F065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99E03B0-B001-4D36-8FF2-B5BB62CC3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26B4950-13E6-8096-C435-7155F7617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4600F9-5489-F921-5E1D-A9EE87487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5D87B70-5D71-421E-2F8D-73969B58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01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8A0BB-6BBD-D69E-D18C-A91B477F7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408E992-0E6D-B3DC-4BE3-B0235FF6D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10F4363-268B-BB99-756B-F97AD5307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08B0B7-A642-A6C9-B8E3-BECF46384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215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D55B341-3030-5F2E-F6F1-FE597DF51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222682-09B2-7BB9-CCA5-1BE7F1CD9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265105-4851-F916-2790-1B67CF1F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377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AFA071-097B-7767-72ED-EFA148FE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28C3D3-CC72-D8E9-413A-47AEE6DC7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6C91D9C-17DE-F89A-E22A-BBAC1A0FE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50F5F9-3C46-00AF-935D-BF3CE94E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43E6B9-3B18-337F-D5D1-9668C5143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301747-517B-BEB4-0CC8-1A829248B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0840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9BEA4-B035-782B-E35C-C73B7EF11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3DBC817-21E4-820F-80FC-24758577A1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5C68D4-1477-905C-773A-E1E18498A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E83DBA-67FD-D580-F07E-443407F1D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D0E952-424C-7F96-2711-388ACD35B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E0E915-B82D-CC96-4BBD-F3465B09D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7763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447031-6626-E07C-195F-229785992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298106-3F91-48F6-C5B5-ADCF0A15C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11CE08-9263-8EDC-07BC-DD5DDFF3D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0DE0FF-9047-87A1-1DC4-0E236DC78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E166AF-78B5-A6F1-07FA-54B22C50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422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844841-BC50-E472-346C-52CA7236A0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176BEC1-ED22-B8B2-1A4D-ED2699BFC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8D9CF4-78CA-D01A-C536-CFBCC5C3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2FDB36-C663-380A-5AAE-3BFB22F0A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9117C0-AC4B-2900-A637-386C77859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834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F2B00DF-AE7E-3302-A47B-F524B2AC8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328011-36C9-2174-E349-D7815CA7D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CF9C43-5509-2E70-9A6D-C8D1CFDC4C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909ADB-44F9-42FD-B408-9E5C78A71F4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7FC2FE-2E38-5457-13CD-930D6A625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E4E832-1CF0-BC83-CAEC-5A6E39742F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019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404AA716-F1FB-2E6D-646E-9C67A22AEEB7}"/>
              </a:ext>
            </a:extLst>
          </p:cNvPr>
          <p:cNvSpPr/>
          <p:nvPr/>
        </p:nvSpPr>
        <p:spPr>
          <a:xfrm>
            <a:off x="1" y="0"/>
            <a:ext cx="2937653" cy="6858000"/>
          </a:xfrm>
          <a:prstGeom prst="rect">
            <a:avLst/>
          </a:prstGeom>
          <a:solidFill>
            <a:srgbClr val="1B2F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8C98AAD2-6A68-B8D5-366D-5D7D36E64C8D}"/>
              </a:ext>
            </a:extLst>
          </p:cNvPr>
          <p:cNvSpPr/>
          <p:nvPr/>
        </p:nvSpPr>
        <p:spPr>
          <a:xfrm>
            <a:off x="2920580" y="0"/>
            <a:ext cx="927142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7428E627-BDBD-ACFF-534B-19FB2E9D27B3}"/>
              </a:ext>
            </a:extLst>
          </p:cNvPr>
          <p:cNvSpPr/>
          <p:nvPr/>
        </p:nvSpPr>
        <p:spPr>
          <a:xfrm>
            <a:off x="2924114" y="227944"/>
            <a:ext cx="8858620" cy="6402111"/>
          </a:xfrm>
          <a:prstGeom prst="rect">
            <a:avLst/>
          </a:prstGeom>
          <a:gradFill flip="none" rotWithShape="1">
            <a:gsLst>
              <a:gs pos="100000">
                <a:srgbClr val="FBFCFD">
                  <a:shade val="67500"/>
                  <a:satMod val="115000"/>
                </a:srgbClr>
              </a:gs>
              <a:gs pos="0">
                <a:srgbClr val="FBFCFD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78381032-C2A7-7A9C-229A-F7BECB011FED}"/>
              </a:ext>
            </a:extLst>
          </p:cNvPr>
          <p:cNvSpPr/>
          <p:nvPr/>
        </p:nvSpPr>
        <p:spPr>
          <a:xfrm>
            <a:off x="409268" y="227944"/>
            <a:ext cx="2501540" cy="6402112"/>
          </a:xfrm>
          <a:prstGeom prst="rect">
            <a:avLst/>
          </a:prstGeom>
          <a:gradFill flip="none" rotWithShape="1">
            <a:gsLst>
              <a:gs pos="0">
                <a:srgbClr val="273EB0">
                  <a:shade val="30000"/>
                  <a:satMod val="115000"/>
                </a:srgbClr>
              </a:gs>
              <a:gs pos="50000">
                <a:srgbClr val="273EB0">
                  <a:shade val="67500"/>
                  <a:satMod val="115000"/>
                </a:srgbClr>
              </a:gs>
              <a:gs pos="100000">
                <a:srgbClr val="273EB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A91F09EB-B277-1FBE-8E38-8093B27E8F9D}"/>
              </a:ext>
            </a:extLst>
          </p:cNvPr>
          <p:cNvSpPr/>
          <p:nvPr/>
        </p:nvSpPr>
        <p:spPr>
          <a:xfrm>
            <a:off x="1306324" y="1028179"/>
            <a:ext cx="1476310" cy="1269999"/>
          </a:xfrm>
          <a:prstGeom prst="roundRect">
            <a:avLst>
              <a:gd name="adj" fmla="val 1810"/>
            </a:avLst>
          </a:prstGeom>
          <a:gradFill flip="none" rotWithShape="1">
            <a:gsLst>
              <a:gs pos="0">
                <a:srgbClr val="5472EA">
                  <a:shade val="30000"/>
                  <a:satMod val="115000"/>
                </a:srgbClr>
              </a:gs>
              <a:gs pos="50000">
                <a:srgbClr val="5472EA">
                  <a:shade val="67500"/>
                  <a:satMod val="115000"/>
                </a:srgbClr>
              </a:gs>
              <a:gs pos="100000">
                <a:srgbClr val="5472EA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30D91B42-95C8-5D97-FE91-4BED08317CE4}"/>
              </a:ext>
            </a:extLst>
          </p:cNvPr>
          <p:cNvSpPr/>
          <p:nvPr/>
        </p:nvSpPr>
        <p:spPr>
          <a:xfrm>
            <a:off x="3559579" y="1028179"/>
            <a:ext cx="4735334" cy="2603300"/>
          </a:xfrm>
          <a:prstGeom prst="rect">
            <a:avLst/>
          </a:prstGeom>
          <a:solidFill>
            <a:srgbClr val="FCF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2714A298-A982-C09D-D985-0DFA3A1B8693}"/>
              </a:ext>
            </a:extLst>
          </p:cNvPr>
          <p:cNvSpPr/>
          <p:nvPr/>
        </p:nvSpPr>
        <p:spPr>
          <a:xfrm>
            <a:off x="3571816" y="3824651"/>
            <a:ext cx="4723097" cy="2603300"/>
          </a:xfrm>
          <a:prstGeom prst="rect">
            <a:avLst/>
          </a:prstGeom>
          <a:solidFill>
            <a:srgbClr val="FCF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C0053459-54B7-7883-D5F9-538AC1D92789}"/>
              </a:ext>
            </a:extLst>
          </p:cNvPr>
          <p:cNvSpPr/>
          <p:nvPr/>
        </p:nvSpPr>
        <p:spPr>
          <a:xfrm>
            <a:off x="8486218" y="3817825"/>
            <a:ext cx="3168753" cy="2603300"/>
          </a:xfrm>
          <a:prstGeom prst="rect">
            <a:avLst/>
          </a:prstGeom>
          <a:solidFill>
            <a:srgbClr val="FCF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B835A8CB-F6F8-B4E9-8D4A-D831A1163CF4}"/>
              </a:ext>
            </a:extLst>
          </p:cNvPr>
          <p:cNvSpPr/>
          <p:nvPr/>
        </p:nvSpPr>
        <p:spPr>
          <a:xfrm>
            <a:off x="1289248" y="2405194"/>
            <a:ext cx="1476310" cy="1269999"/>
          </a:xfrm>
          <a:prstGeom prst="roundRect">
            <a:avLst>
              <a:gd name="adj" fmla="val 1810"/>
            </a:avLst>
          </a:prstGeom>
          <a:gradFill flip="none" rotWithShape="1">
            <a:gsLst>
              <a:gs pos="0">
                <a:srgbClr val="5472EA">
                  <a:shade val="30000"/>
                  <a:satMod val="115000"/>
                </a:srgbClr>
              </a:gs>
              <a:gs pos="50000">
                <a:srgbClr val="5472EA">
                  <a:shade val="67500"/>
                  <a:satMod val="115000"/>
                </a:srgbClr>
              </a:gs>
              <a:gs pos="100000">
                <a:srgbClr val="5472EA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BC5FABA5-90F5-7F39-5C1F-7854E07D302B}"/>
              </a:ext>
            </a:extLst>
          </p:cNvPr>
          <p:cNvSpPr/>
          <p:nvPr/>
        </p:nvSpPr>
        <p:spPr>
          <a:xfrm>
            <a:off x="1293579" y="3782209"/>
            <a:ext cx="1476310" cy="1269999"/>
          </a:xfrm>
          <a:prstGeom prst="roundRect">
            <a:avLst>
              <a:gd name="adj" fmla="val 1810"/>
            </a:avLst>
          </a:prstGeom>
          <a:gradFill flip="none" rotWithShape="1">
            <a:gsLst>
              <a:gs pos="0">
                <a:srgbClr val="5472EA">
                  <a:shade val="30000"/>
                  <a:satMod val="115000"/>
                </a:srgbClr>
              </a:gs>
              <a:gs pos="50000">
                <a:srgbClr val="5472EA">
                  <a:shade val="67500"/>
                  <a:satMod val="115000"/>
                </a:srgbClr>
              </a:gs>
              <a:gs pos="100000">
                <a:srgbClr val="5472EA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06DC66E2-F485-82DF-AE73-5A7406256383}"/>
              </a:ext>
            </a:extLst>
          </p:cNvPr>
          <p:cNvSpPr/>
          <p:nvPr/>
        </p:nvSpPr>
        <p:spPr>
          <a:xfrm>
            <a:off x="1292781" y="5159224"/>
            <a:ext cx="1476310" cy="1269999"/>
          </a:xfrm>
          <a:prstGeom prst="roundRect">
            <a:avLst>
              <a:gd name="adj" fmla="val 1810"/>
            </a:avLst>
          </a:prstGeom>
          <a:gradFill flip="none" rotWithShape="1">
            <a:gsLst>
              <a:gs pos="0">
                <a:srgbClr val="5472EA">
                  <a:shade val="30000"/>
                  <a:satMod val="115000"/>
                </a:srgbClr>
              </a:gs>
              <a:gs pos="50000">
                <a:srgbClr val="5472EA">
                  <a:shade val="67500"/>
                  <a:satMod val="115000"/>
                </a:srgbClr>
              </a:gs>
              <a:gs pos="100000">
                <a:srgbClr val="5472EA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9AF5C8F-E53B-0924-6D60-63F1B45665B4}"/>
              </a:ext>
            </a:extLst>
          </p:cNvPr>
          <p:cNvSpPr txBox="1"/>
          <p:nvPr/>
        </p:nvSpPr>
        <p:spPr>
          <a:xfrm>
            <a:off x="8532228" y="4870296"/>
            <a:ext cx="2734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 b="1">
                <a:solidFill>
                  <a:srgbClr val="4F525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sz="1200" dirty="0"/>
              <a:t>Natureza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CCBF47D-AA66-9D55-E0B8-A8B97D7F51A2}"/>
              </a:ext>
            </a:extLst>
          </p:cNvPr>
          <p:cNvSpPr txBox="1"/>
          <p:nvPr/>
        </p:nvSpPr>
        <p:spPr>
          <a:xfrm>
            <a:off x="8532228" y="3921062"/>
            <a:ext cx="2734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 b="1">
                <a:solidFill>
                  <a:srgbClr val="4F525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sz="1200" dirty="0"/>
              <a:t>Tipo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4DA2FE4-8747-976B-B80E-156E3D051FB4}"/>
              </a:ext>
            </a:extLst>
          </p:cNvPr>
          <p:cNvSpPr txBox="1"/>
          <p:nvPr/>
        </p:nvSpPr>
        <p:spPr>
          <a:xfrm>
            <a:off x="3666312" y="3951543"/>
            <a:ext cx="2734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 b="1">
                <a:solidFill>
                  <a:srgbClr val="4F525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sz="1200" dirty="0"/>
              <a:t>Evolução temporal por tipo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EE1CDDD-E84F-5894-5DF6-8B00DB0667A1}"/>
              </a:ext>
            </a:extLst>
          </p:cNvPr>
          <p:cNvSpPr txBox="1"/>
          <p:nvPr/>
        </p:nvSpPr>
        <p:spPr>
          <a:xfrm>
            <a:off x="3666312" y="1142256"/>
            <a:ext cx="2734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 b="1">
                <a:solidFill>
                  <a:srgbClr val="4F525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sz="1200" dirty="0"/>
              <a:t>Evolução temporal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F9D42F0B-140F-D435-8A81-A3BADF292444}"/>
              </a:ext>
            </a:extLst>
          </p:cNvPr>
          <p:cNvSpPr/>
          <p:nvPr/>
        </p:nvSpPr>
        <p:spPr>
          <a:xfrm>
            <a:off x="8486218" y="1028179"/>
            <a:ext cx="3117955" cy="2603300"/>
          </a:xfrm>
          <a:prstGeom prst="rect">
            <a:avLst/>
          </a:prstGeom>
          <a:solidFill>
            <a:srgbClr val="FCF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7BE83D50-D0CD-F628-6BE2-41F9BADD1BFB}"/>
              </a:ext>
            </a:extLst>
          </p:cNvPr>
          <p:cNvSpPr/>
          <p:nvPr/>
        </p:nvSpPr>
        <p:spPr>
          <a:xfrm>
            <a:off x="397374" y="227944"/>
            <a:ext cx="732522" cy="6402111"/>
          </a:xfrm>
          <a:prstGeom prst="rect">
            <a:avLst/>
          </a:prstGeom>
          <a:solidFill>
            <a:srgbClr val="3C5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2C4F9B2E-E241-0D76-F631-834E7A6FEF1E}"/>
              </a:ext>
            </a:extLst>
          </p:cNvPr>
          <p:cNvSpPr/>
          <p:nvPr/>
        </p:nvSpPr>
        <p:spPr>
          <a:xfrm>
            <a:off x="3150313" y="1029471"/>
            <a:ext cx="421503" cy="2603300"/>
          </a:xfrm>
          <a:prstGeom prst="rect">
            <a:avLst/>
          </a:prstGeom>
          <a:solidFill>
            <a:srgbClr val="3C5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066107B-EE56-845F-A489-215B64FDE2A6}"/>
              </a:ext>
            </a:extLst>
          </p:cNvPr>
          <p:cNvSpPr txBox="1"/>
          <p:nvPr/>
        </p:nvSpPr>
        <p:spPr>
          <a:xfrm rot="16200000">
            <a:off x="2101430" y="2207104"/>
            <a:ext cx="2571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 b="1">
                <a:solidFill>
                  <a:srgbClr val="4F525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pt-BR" sz="1200" dirty="0">
                <a:solidFill>
                  <a:schemeClr val="bg1"/>
                </a:solidFill>
              </a:rPr>
              <a:t>Recebimentos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7C2B2A2-C7E1-3958-57D0-0D8569336D5C}"/>
              </a:ext>
            </a:extLst>
          </p:cNvPr>
          <p:cNvSpPr txBox="1"/>
          <p:nvPr/>
        </p:nvSpPr>
        <p:spPr>
          <a:xfrm>
            <a:off x="1680756" y="5347241"/>
            <a:ext cx="1005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Lucro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88DF9DEE-498B-6D1C-0DDF-63D6AEC3B61B}"/>
              </a:ext>
            </a:extLst>
          </p:cNvPr>
          <p:cNvSpPr/>
          <p:nvPr/>
        </p:nvSpPr>
        <p:spPr>
          <a:xfrm>
            <a:off x="3150313" y="3824651"/>
            <a:ext cx="421503" cy="2603300"/>
          </a:xfrm>
          <a:prstGeom prst="rect">
            <a:avLst/>
          </a:prstGeom>
          <a:solidFill>
            <a:srgbClr val="3C5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5346FBD-957F-90EA-86DC-8DC49D197E1F}"/>
              </a:ext>
            </a:extLst>
          </p:cNvPr>
          <p:cNvSpPr txBox="1"/>
          <p:nvPr/>
        </p:nvSpPr>
        <p:spPr>
          <a:xfrm rot="16200000">
            <a:off x="2101430" y="4972028"/>
            <a:ext cx="2571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 b="1">
                <a:solidFill>
                  <a:srgbClr val="4F525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pt-BR" sz="1200" dirty="0">
                <a:solidFill>
                  <a:schemeClr val="bg1"/>
                </a:solidFill>
              </a:rPr>
              <a:t>Pagamentos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9AF179A-66A3-9E30-E308-F47FC6586FF1}"/>
              </a:ext>
            </a:extLst>
          </p:cNvPr>
          <p:cNvSpPr txBox="1"/>
          <p:nvPr/>
        </p:nvSpPr>
        <p:spPr>
          <a:xfrm>
            <a:off x="1715590" y="2586623"/>
            <a:ext cx="1005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9BD1829-D7BB-314A-B6B4-DDC387080433}"/>
              </a:ext>
            </a:extLst>
          </p:cNvPr>
          <p:cNvSpPr txBox="1"/>
          <p:nvPr/>
        </p:nvSpPr>
        <p:spPr>
          <a:xfrm>
            <a:off x="8562708" y="1142256"/>
            <a:ext cx="2734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 b="1">
                <a:solidFill>
                  <a:srgbClr val="4F525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sz="1200" dirty="0"/>
              <a:t>Classe Op.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B9D6822-6114-E476-EA78-CB53728D7229}"/>
              </a:ext>
            </a:extLst>
          </p:cNvPr>
          <p:cNvSpPr txBox="1"/>
          <p:nvPr/>
        </p:nvSpPr>
        <p:spPr>
          <a:xfrm>
            <a:off x="3089368" y="681890"/>
            <a:ext cx="424760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>
                <a:solidFill>
                  <a:srgbClr val="4F52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 A S H B O A R D    F I N A N C E I R 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479DA7B-9F48-059D-F5EB-830A51FECEC4}"/>
              </a:ext>
            </a:extLst>
          </p:cNvPr>
          <p:cNvSpPr txBox="1"/>
          <p:nvPr/>
        </p:nvSpPr>
        <p:spPr>
          <a:xfrm>
            <a:off x="8532228" y="2087136"/>
            <a:ext cx="2734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 b="1">
                <a:solidFill>
                  <a:srgbClr val="4F525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sz="1200" dirty="0"/>
              <a:t>Cliente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9FF43A4-886D-28E3-0A1B-3F048AE46CB8}"/>
              </a:ext>
            </a:extLst>
          </p:cNvPr>
          <p:cNvSpPr txBox="1"/>
          <p:nvPr/>
        </p:nvSpPr>
        <p:spPr>
          <a:xfrm>
            <a:off x="1715590" y="1206314"/>
            <a:ext cx="1005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Receita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6108900-C1EE-A1F7-30EF-730287A887A7}"/>
              </a:ext>
            </a:extLst>
          </p:cNvPr>
          <p:cNvSpPr txBox="1"/>
          <p:nvPr/>
        </p:nvSpPr>
        <p:spPr>
          <a:xfrm>
            <a:off x="1715590" y="3966932"/>
            <a:ext cx="1005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Despesas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42D2882-C7F3-0516-896D-6FF9B9425CDC}"/>
              </a:ext>
            </a:extLst>
          </p:cNvPr>
          <p:cNvSpPr txBox="1"/>
          <p:nvPr/>
        </p:nvSpPr>
        <p:spPr>
          <a:xfrm>
            <a:off x="1201783" y="609600"/>
            <a:ext cx="1815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Principais Indicadores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17E6435-08F5-EFF7-2AB8-2A3A42D217EC}"/>
              </a:ext>
            </a:extLst>
          </p:cNvPr>
          <p:cNvSpPr txBox="1"/>
          <p:nvPr/>
        </p:nvSpPr>
        <p:spPr>
          <a:xfrm>
            <a:off x="3065417" y="401851"/>
            <a:ext cx="1815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4F52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GERAL</a:t>
            </a:r>
          </a:p>
        </p:txBody>
      </p:sp>
      <p:pic>
        <p:nvPicPr>
          <p:cNvPr id="51" name="Imagem 50">
            <a:extLst>
              <a:ext uri="{FF2B5EF4-FFF2-40B4-BE49-F238E27FC236}">
                <a16:creationId xmlns:a16="http://schemas.microsoft.com/office/drawing/2014/main" id="{3F9F8CD7-E647-9558-70D6-11EE0EA95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030" y="2564428"/>
            <a:ext cx="306000" cy="306000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573C46F9-1473-DD48-4DB0-728BCCCDFD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830" y="3932379"/>
            <a:ext cx="306000" cy="306000"/>
          </a:xfrm>
          <a:prstGeom prst="rect">
            <a:avLst/>
          </a:prstGeom>
        </p:spPr>
      </p:pic>
      <p:pic>
        <p:nvPicPr>
          <p:cNvPr id="55" name="Imagem 54">
            <a:extLst>
              <a:ext uri="{FF2B5EF4-FFF2-40B4-BE49-F238E27FC236}">
                <a16:creationId xmlns:a16="http://schemas.microsoft.com/office/drawing/2014/main" id="{18F61E6B-9E2D-00FD-B1EE-65FE656E60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808" y="5306122"/>
            <a:ext cx="306000" cy="306000"/>
          </a:xfrm>
          <a:prstGeom prst="rect">
            <a:avLst/>
          </a:prstGeom>
        </p:spPr>
      </p:pic>
      <p:pic>
        <p:nvPicPr>
          <p:cNvPr id="57" name="Imagem 56">
            <a:extLst>
              <a:ext uri="{FF2B5EF4-FFF2-40B4-BE49-F238E27FC236}">
                <a16:creationId xmlns:a16="http://schemas.microsoft.com/office/drawing/2014/main" id="{A4F395C8-6094-AC47-FACE-8523A95FF5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779" y="1188586"/>
            <a:ext cx="306000" cy="306000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EFB5FE7E-5B5D-E6F2-2447-8CFC6711B7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06" y="349028"/>
            <a:ext cx="533380" cy="434959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:a16="http://schemas.microsoft.com/office/drawing/2014/main" id="{40D4AD04-B71D-0271-1DCC-85F7175158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34" y="4147843"/>
            <a:ext cx="216000" cy="216000"/>
          </a:xfrm>
          <a:prstGeom prst="rect">
            <a:avLst/>
          </a:prstGeom>
        </p:spPr>
      </p:pic>
      <p:pic>
        <p:nvPicPr>
          <p:cNvPr id="63" name="Imagem 62">
            <a:extLst>
              <a:ext uri="{FF2B5EF4-FFF2-40B4-BE49-F238E27FC236}">
                <a16:creationId xmlns:a16="http://schemas.microsoft.com/office/drawing/2014/main" id="{E70D8A68-B112-D5C6-1EF5-495BF393C8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34" y="3459193"/>
            <a:ext cx="216000" cy="216000"/>
          </a:xfrm>
          <a:prstGeom prst="rect">
            <a:avLst/>
          </a:prstGeom>
        </p:spPr>
      </p:pic>
      <p:pic>
        <p:nvPicPr>
          <p:cNvPr id="65" name="Imagem 64">
            <a:extLst>
              <a:ext uri="{FF2B5EF4-FFF2-40B4-BE49-F238E27FC236}">
                <a16:creationId xmlns:a16="http://schemas.microsoft.com/office/drawing/2014/main" id="{6A8AE06C-8F45-25CC-2FF7-03C59DA17F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34" y="2770542"/>
            <a:ext cx="216000" cy="216000"/>
          </a:xfrm>
          <a:prstGeom prst="rect">
            <a:avLst/>
          </a:prstGeom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A418FE85-1742-B102-F098-15C72257246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34" y="2081891"/>
            <a:ext cx="216000" cy="216000"/>
          </a:xfrm>
          <a:prstGeom prst="rect">
            <a:avLst/>
          </a:prstGeom>
        </p:spPr>
      </p:pic>
      <p:pic>
        <p:nvPicPr>
          <p:cNvPr id="69" name="Imagem 68">
            <a:extLst>
              <a:ext uri="{FF2B5EF4-FFF2-40B4-BE49-F238E27FC236}">
                <a16:creationId xmlns:a16="http://schemas.microsoft.com/office/drawing/2014/main" id="{CBED124F-6219-1A39-8DDF-7AC5622877F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34" y="1393240"/>
            <a:ext cx="216000" cy="216000"/>
          </a:xfrm>
          <a:prstGeom prst="rect">
            <a:avLst/>
          </a:prstGeom>
        </p:spPr>
      </p:pic>
      <p:sp>
        <p:nvSpPr>
          <p:cNvPr id="70" name="Retângulo 69">
            <a:extLst>
              <a:ext uri="{FF2B5EF4-FFF2-40B4-BE49-F238E27FC236}">
                <a16:creationId xmlns:a16="http://schemas.microsoft.com/office/drawing/2014/main" id="{9AD06CA5-7605-D39C-5686-5EC2C96AEEED}"/>
              </a:ext>
            </a:extLst>
          </p:cNvPr>
          <p:cNvSpPr/>
          <p:nvPr/>
        </p:nvSpPr>
        <p:spPr>
          <a:xfrm>
            <a:off x="1063786" y="1279070"/>
            <a:ext cx="63977" cy="497263"/>
          </a:xfrm>
          <a:prstGeom prst="rect">
            <a:avLst/>
          </a:prstGeom>
          <a:solidFill>
            <a:srgbClr val="21BD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B062F53C-E613-0492-4809-8E2B41ACC08C}"/>
              </a:ext>
            </a:extLst>
          </p:cNvPr>
          <p:cNvSpPr/>
          <p:nvPr/>
        </p:nvSpPr>
        <p:spPr>
          <a:xfrm>
            <a:off x="1298373" y="827345"/>
            <a:ext cx="503214" cy="45719"/>
          </a:xfrm>
          <a:prstGeom prst="rect">
            <a:avLst/>
          </a:prstGeom>
          <a:solidFill>
            <a:srgbClr val="21BD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0928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409C761-6E40-4C09-D6B7-C36C8CF7A39B}"/>
              </a:ext>
            </a:extLst>
          </p:cNvPr>
          <p:cNvSpPr/>
          <p:nvPr/>
        </p:nvSpPr>
        <p:spPr>
          <a:xfrm>
            <a:off x="0" y="0"/>
            <a:ext cx="9017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34797F5-643B-5177-D23E-F4BA43DAEC5E}"/>
              </a:ext>
            </a:extLst>
          </p:cNvPr>
          <p:cNvSpPr/>
          <p:nvPr/>
        </p:nvSpPr>
        <p:spPr>
          <a:xfrm>
            <a:off x="1225550" y="692150"/>
            <a:ext cx="5029200" cy="2470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EF022FA-B8A4-7899-5F8E-1B8C85D6FED1}"/>
              </a:ext>
            </a:extLst>
          </p:cNvPr>
          <p:cNvSpPr/>
          <p:nvPr/>
        </p:nvSpPr>
        <p:spPr>
          <a:xfrm>
            <a:off x="1225550" y="3327400"/>
            <a:ext cx="5029200" cy="3276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2970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42</Words>
  <Application>Microsoft Office PowerPoint</Application>
  <PresentationFormat>Widescreen</PresentationFormat>
  <Paragraphs>16</Paragraphs>
  <Slides>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Sayuri Valente Arimori</dc:creator>
  <cp:lastModifiedBy>Sayuri Valente Arimori</cp:lastModifiedBy>
  <cp:revision>5</cp:revision>
  <dcterms:created xsi:type="dcterms:W3CDTF">2026-04-19T19:18:40Z</dcterms:created>
  <dcterms:modified xsi:type="dcterms:W3CDTF">2026-04-25T23:25:33Z</dcterms:modified>
</cp:coreProperties>
</file>